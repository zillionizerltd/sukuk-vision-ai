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047560F-4E17-4AD4-8F91-C8D181AE586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9C6C5B-C97F-4713-845E-E1855AA5377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CE537A-834F-40B6-B188-1469DC27B8B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457200" y="9144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006b5e"/>
                </a:solidFill>
                <a:effectLst/>
                <a:uFillTx/>
                <a:latin typeface="Calibri"/>
              </a:rPr>
              <a:t>Agrofeed Sukuk Overview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457200" y="20116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333333"/>
                </a:solidFill>
                <a:effectLst/>
                <a:uFillTx/>
                <a:latin typeface="Calibri"/>
              </a:rPr>
              <a:t>Test slide body text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4572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0f172a"/>
                </a:solidFill>
                <a:effectLst/>
                <a:uFillTx/>
                <a:latin typeface="Calibri"/>
              </a:rPr>
              <a:t>Second slide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LibreOffice/25.2.6.2$Linux_X86_64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2026-08-01T18:44:13Z</dcterms:created>
  <dc:creator>PptxGenJS</dc:creator>
  <dc:description/>
  <dc:language>en-US</dc:language>
  <cp:lastModifiedBy>PptxGenJS</cp:lastModifiedBy>
  <dcterms:modified xsi:type="dcterms:W3CDTF">2026-08-01T18:44:13Z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</vt:r8>
  </property>
  <property fmtid="{D5CDD505-2E9C-101B-9397-08002B2CF9AE}" pid="3" name="PresentationFormat">
    <vt:lpwstr>On-screen Show (16:9)</vt:lpwstr>
  </property>
  <property fmtid="{D5CDD505-2E9C-101B-9397-08002B2CF9AE}" pid="4" name="Slides">
    <vt:r8>2</vt:r8>
  </property>
</Properties>
</file>