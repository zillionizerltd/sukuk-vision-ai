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B5E"/>
                </a:solidFill>
              </a:rPr>
              <a:t>Agrofeed Sukuk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Test slide body text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Second slide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2026-08-01T18:44:13Z</dcterms:created>
  <dcterms:modified xsi:type="dcterms:W3CDTF">2026-08-01T18:44:13Z</dcterms:modified>
</cp:coreProperties>
</file>